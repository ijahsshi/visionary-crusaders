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45720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005840"/>
            <a:ext cx="2103120" cy="210312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COMPETITION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Challenge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Brain Activity with MEG Signals &amp; Deep Learning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  •  Neural Decoding  •  Convolutional Neural Network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Solving?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2606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75488" y="23042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Signals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2761488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 recordings capture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306-channel magnetic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timeseries at 1 kHz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participants' brains.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508760"/>
            <a:ext cx="2606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6459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10128" y="23042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Stimuli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0128" y="2761488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viewed specific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(e.g. Apple,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Bicycle). Each trial lasts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~121 time points.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508760"/>
            <a:ext cx="26060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508760"/>
            <a:ext cx="26060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64592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44768" y="23042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Intent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44768" y="2761488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which of 10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the subject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viewing — from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activity alone.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PREPROCESSING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MEG to Model-Ready Input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749040" cy="128016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Shape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 trials  ×  306 channels  ×  121 time points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389888"/>
            <a:ext cx="4023360" cy="749808"/>
          </a:xfrm>
          <a:prstGeom prst="rect">
            <a:avLst/>
          </a:prstGeom>
          <a:solidFill>
            <a:srgbClr val="1E3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14630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66360" y="1463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Epochs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66360" y="1737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 reads sub-01_localizer-epo.fif with preload=True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2276856"/>
            <a:ext cx="4023360" cy="749808"/>
          </a:xfrm>
          <a:prstGeom prst="rect">
            <a:avLst/>
          </a:prstGeom>
          <a:solidFill>
            <a:srgbClr val="1E3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235000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66360" y="23500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X &amp; 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66360" y="26243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epochs.get_data()  |  y = events[:, 2]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3163824"/>
            <a:ext cx="4023360" cy="749808"/>
          </a:xfrm>
          <a:prstGeom prst="rect">
            <a:avLst/>
          </a:prstGeom>
          <a:solidFill>
            <a:srgbClr val="1E3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323697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66360" y="323697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351129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to (trials × time, channels), fit_transform, reshape back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4050792"/>
            <a:ext cx="4023360" cy="749808"/>
          </a:xfrm>
          <a:prstGeom prst="rect">
            <a:avLst/>
          </a:prstGeom>
          <a:solidFill>
            <a:srgbClr val="1E3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412394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66360" y="41239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Shape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439826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X_final: (480, 121, 306)  →  ready for Conv1D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CNN for MEG Decoding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502920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89888"/>
            <a:ext cx="4846320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1608612"/>
            <a:ext cx="4846320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(121 time, 306 channels)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883664"/>
            <a:ext cx="5029200" cy="42062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883664"/>
            <a:ext cx="4846320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 ×32  kernel=5  ReLU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102388"/>
            <a:ext cx="4846320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local temporal patterns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5029200" cy="42062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377440"/>
            <a:ext cx="4846320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 + MaxPool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2596164"/>
            <a:ext cx="4846320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 &amp; downsample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871216"/>
            <a:ext cx="5029200" cy="42062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871216"/>
            <a:ext cx="4846320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 ×64  kernel=3  ReLU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3089940"/>
            <a:ext cx="4846320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 features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364992"/>
            <a:ext cx="5029200" cy="42062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364992"/>
            <a:ext cx="4846320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GlobalAveragePooling1D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3583716"/>
            <a:ext cx="4846320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time axis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858768"/>
            <a:ext cx="502920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858768"/>
            <a:ext cx="4846320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64 + Dropout 0.3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4360" y="4077492"/>
            <a:ext cx="4846320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head + regularisation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352544"/>
            <a:ext cx="5029200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352544"/>
            <a:ext cx="4846320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 ×10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" y="4571268"/>
            <a:ext cx="4846320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one class per object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52160" y="141732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52160" y="1417320"/>
            <a:ext cx="28346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15544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89320" y="2011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60920" y="2011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89320" y="2404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60920" y="240487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Categorical 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89320" y="279806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60920" y="279806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89320" y="31912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60920" y="319125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89320" y="35844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Split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60920" y="35844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89320" y="39776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trials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60920" y="3977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89320" y="43708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trials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60920" y="43708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Performance &amp;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828800" cy="1097280"/>
          </a:xfrm>
          <a:prstGeom prst="rect">
            <a:avLst/>
          </a:prstGeom>
          <a:solidFill>
            <a:srgbClr val="1E3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371600"/>
            <a:ext cx="1828800" cy="1097280"/>
          </a:xfrm>
          <a:prstGeom prst="rect">
            <a:avLst/>
          </a:prstGeom>
          <a:solidFill>
            <a:srgbClr val="1E3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4630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6888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 Channels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1828800" cy="1097280"/>
          </a:xfrm>
          <a:prstGeom prst="rect">
            <a:avLst/>
          </a:prstGeom>
          <a:solidFill>
            <a:srgbClr val="1E3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4630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7200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371600"/>
            <a:ext cx="1828800" cy="1097280"/>
          </a:xfrm>
          <a:prstGeom prst="rect">
            <a:avLst/>
          </a:prstGeom>
          <a:solidFill>
            <a:srgbClr val="1E3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4630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67512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4114800" cy="914400"/>
          </a:xfrm>
          <a:prstGeom prst="rect">
            <a:avLst/>
          </a:prstGeom>
          <a:solidFill>
            <a:srgbClr val="1E3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706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Add EEGNet / EEGConformer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11810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architectures for EEG/MEG outperform generic CNNs.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697480"/>
            <a:ext cx="4114800" cy="914400"/>
          </a:xfrm>
          <a:prstGeom prst="rect">
            <a:avLst/>
          </a:prstGeom>
          <a:solidFill>
            <a:srgbClr val="1E3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7706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Cross-subject Generalisation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11810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multiple subjects, test on held-out subject.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794760"/>
            <a:ext cx="4114800" cy="914400"/>
          </a:xfrm>
          <a:prstGeom prst="rect">
            <a:avLst/>
          </a:prstGeom>
          <a:solidFill>
            <a:srgbClr val="1E3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8679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Riemannian Features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21538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matrices on SPD manifold for spatial filtering.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00600" y="3794760"/>
            <a:ext cx="4114800" cy="914400"/>
          </a:xfrm>
          <a:prstGeom prst="rect">
            <a:avLst/>
          </a:prstGeom>
          <a:solidFill>
            <a:srgbClr val="1E3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8679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Ensemble &amp; Pseudo-labels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421538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Self-training with test predictions to boost accuracy.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371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Decoding Challenge  •  Baseline CNN Approach  •  MNE + TensorFlow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PERFORMANCE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Results &amp; Evaluation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148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6400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45.53%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2039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Training Accuracy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9514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fit on training data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0" y="1417320"/>
            <a:ext cx="2148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417320"/>
            <a:ext cx="6400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1508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15.62%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880360" y="2039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Validation Accuracy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80360" y="229514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 to unseen trials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148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743200"/>
            <a:ext cx="6400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02920" y="33649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Duration (Epochs)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6210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training run completed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0" y="2743200"/>
            <a:ext cx="21488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0" y="2743200"/>
            <a:ext cx="64008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0360" y="2834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880360" y="33649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Scope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80360" y="362102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object categories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212080" y="1417320"/>
            <a:ext cx="3657600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94960" y="158191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394960" y="1984248"/>
            <a:ext cx="329184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94960" y="2148840"/>
            <a:ext cx="3291840" cy="1143000"/>
          </a:xfrm>
          <a:prstGeom prst="rect">
            <a:avLst/>
          </a:prstGeom>
          <a:solidFill>
            <a:srgbClr val="1E3A4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22219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Chance Level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32120" y="253288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217920" y="253288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guess across 10 categories yields 10% accuracy — the absolute floor.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94960" y="3429000"/>
            <a:ext cx="3291840" cy="1325880"/>
          </a:xfrm>
          <a:prstGeom prst="rect">
            <a:avLst/>
          </a:prstGeom>
          <a:solidFill>
            <a:srgbClr val="1E3A4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50215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Functional Baseline Proof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32120" y="381304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15.62%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5532120" y="4361688"/>
            <a:ext cx="2971800" cy="118872"/>
          </a:xfrm>
          <a:prstGeom prst="rect">
            <a:avLst/>
          </a:prstGeom>
          <a:solidFill>
            <a:srgbClr val="1A4A38"/>
          </a:solidFill>
          <a:ln w="12700">
            <a:solidFill>
              <a:srgbClr val="1A4A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32120" y="4361688"/>
            <a:ext cx="1670152" cy="118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29300" y="4315968"/>
            <a:ext cx="18288" cy="2103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32120" y="448970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10%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583680" y="44897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15.62% ↑ +5.62 pp above chance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812280" y="381304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successfully identifies neural signatures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level of random chance.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83717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Decoding Challenge  •  Baseline CNN Approach  •  MNE + TensorFlow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IMAGINE Decoding Challenge</dc:title>
  <dc:subject>PptxGenJS Presentation</dc:subject>
  <dc:creator>PptxGenJS</dc:creator>
  <cp:lastModifiedBy>PptxGenJS</cp:lastModifiedBy>
  <cp:revision>1</cp:revision>
  <dcterms:created xsi:type="dcterms:W3CDTF">2026-04-06T08:40:06Z</dcterms:created>
  <dcterms:modified xsi:type="dcterms:W3CDTF">2026-04-06T08:40:06Z</dcterms:modified>
</cp:coreProperties>
</file>